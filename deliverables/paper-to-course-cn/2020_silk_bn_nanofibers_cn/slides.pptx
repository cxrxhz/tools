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01. 标题页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210312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课程概述</a:t>
            </a:r>
          </a:p>
          <a:p>
            <a:r>
              <a:t>该工作表明h-BN可显著调控电纺丝素纤维的形貌、二级结构与热稳定性，为生物基热功能纤维提供可调设计路径。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10881360" cy="12801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论文来源</a:t>
            </a:r>
          </a:p>
          <a:p>
            <a:r>
              <a:t>可调结构与性能的电纺丝素-氮化硼复合纳米纤维</a:t>
            </a:r>
            <a:br/>
            <a:r>
              <a:t>Ye Xue, Xiao Hu</a:t>
            </a:r>
            <a:br/>
            <a:r>
              <a:t>https://www.mdpi.com/2073-4360/12/5/1093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02. 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提纲</a:t>
            </a:r>
          </a:p>
          <a:p>
            <a:r>
              <a:t>1. 问题与动机</a:t>
            </a:r>
            <a:br/>
            <a:r>
              <a:t>2. 发展脉络</a:t>
            </a:r>
            <a:br/>
            <a:r>
              <a:t>3. 主流方法对比</a:t>
            </a:r>
            <a:br/>
            <a:r>
              <a:t>4. 本文方法详解</a:t>
            </a:r>
            <a:br/>
            <a:r>
              <a:t>5. 实验与验证</a:t>
            </a:r>
            <a:br/>
            <a:r>
              <a:t>6. 局限与展望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03.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背景要点</a:t>
            </a:r>
          </a:p>
          <a:p>
            <a:r>
              <a:t>- 研究意义：电纺丝素可构建高比表面积网络，但热稳定性仍有提升空间。</a:t>
            </a:r>
            <a:br/>
            <a:r>
              <a:t>- 关键瓶颈：填料增强需兼顾纤维可纺性与结构完整性。</a:t>
            </a:r>
            <a:br/>
            <a:r>
              <a:t>- 核心思路：通过h-BN比例调控实现形貌-结构-热性质联动优化。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04. 发展脉络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时间线</a:t>
            </a:r>
          </a:p>
          <a:p>
            <a:r>
              <a:t>2003：电纺技术成熟（纤维形貌可控成为常规手段。）</a:t>
            </a:r>
            <a:br/>
            <a:r>
              <a:t>2010：丝素生物材料拓展（丝素在组织工程与器件中广泛应用。）</a:t>
            </a:r>
            <a:br/>
            <a:r>
              <a:t>2015：BN导热填料兴起（电绝缘高导热填料体系快速发展。）</a:t>
            </a:r>
            <a:br/>
            <a:r>
              <a:t>2020：丝素-BN纳米纤维（结构与热稳定调控机制被系统验证。）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05. 方法对比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方法对比</a:t>
            </a:r>
          </a:p>
          <a:p>
            <a:r>
              <a:t>- 纯丝素纤维 | 优点：生物友好、表面平整 | 不足：热稳定与功能窗口有限</a:t>
            </a:r>
            <a:br/>
            <a:r>
              <a:t>- 低含量BN复合 | 优点：对齐与结构改善 | 不足：增强幅度有限</a:t>
            </a:r>
            <a:br/>
            <a:r>
              <a:t>- 高含量BN复合 | 优点：耦合增强更明显 | 不足：粗糙度与工艺窗口收窄</a:t>
            </a:r>
            <a:br/>
            <a:r>
              <a:t>- 本文体系 | 优点：结构可调、机理清晰 | 不足：直接导热定量对比较少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06. 方法流程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流程</a:t>
            </a:r>
          </a:p>
          <a:p>
            <a:r>
              <a:t>1. 配制丝素纺丝液：建立稳定的电纺前驱体系。</a:t>
            </a:r>
            <a:br/>
            <a:r>
              <a:t>2. 引入h-BN：按比例混合形成复合溶液。</a:t>
            </a:r>
            <a:br/>
            <a:r>
              <a:t>3. 电纺成纤：获得不同结构特征的复合纤维膜。</a:t>
            </a:r>
            <a:br/>
            <a:r>
              <a:t>4. 热与结构表征：通过SEM/FTIR/TGA/TM-DSC分析机制。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07. 核心公式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公式与符号</a:t>
            </a:r>
          </a:p>
          <a:p>
            <a:r>
              <a:t>通过Tw、Tg、Td等特征温度迁移来刻画BN对丝素热行为的调控。</a:t>
            </a:r>
            <a:br/>
            <a:r>
              <a:t>Tw：束缚水相关热事件</a:t>
            </a:r>
            <a:br/>
            <a:r>
              <a:t>Tg：玻璃化转变特征</a:t>
            </a:r>
            <a:br/>
            <a:r>
              <a:t>Td：热降解特征</a:t>
            </a:r>
            <a:br/>
            <a:r>
              <a:t>纤维直径：形貌调控的直接指标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08. 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核心指标</a:t>
            </a:r>
          </a:p>
          <a:p>
            <a:r>
              <a:t>约800 nm：纯丝素纤维典型直径</a:t>
            </a:r>
            <a:br/>
            <a:r>
              <a:t>约400-750 nm：复合后直径范围</a:t>
            </a:r>
            <a:br/>
            <a:r>
              <a:t>约120 °C：纯丝素起始Tg</a:t>
            </a:r>
            <a:br/>
            <a:r>
              <a:t>约96 °C：40% BN时最低Tg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09. 实验补充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实验与验证</a:t>
            </a:r>
          </a:p>
          <a:p>
            <a:r>
              <a:t>围绕热导、温度响应、循环稳定与应用工况进行系统验证。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10. 机理理解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机理理解</a:t>
            </a:r>
          </a:p>
          <a:p>
            <a:r>
              <a:t>热输运性能由填料网络拓扑与界面耦合共同决定。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11. 关键数字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关键数字</a:t>
            </a:r>
          </a:p>
          <a:p>
            <a:r>
              <a:t>- 约800 nm（纯丝素纤维典型直径）</a:t>
            </a:r>
            <a:br/>
            <a:r>
              <a:t>- 约400-750 nm（复合后直径范围）</a:t>
            </a:r>
            <a:br/>
            <a:r>
              <a:t>- 约120 °C（纯丝素起始Tg）</a:t>
            </a:r>
            <a:br/>
            <a:r>
              <a:t>- 约96 °C（40% BN时最低Tg）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12. 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应用场景</a:t>
            </a:r>
          </a:p>
          <a:p>
            <a:r>
              <a:t>体表降温、可穿戴热管理、生物电子散热与材料扩展应用。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13. 当前局限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当前局限</a:t>
            </a:r>
          </a:p>
          <a:p>
            <a:r>
              <a:t>- 论文重点在结构与热稳定，导热实测对比相对有限。</a:t>
            </a:r>
            <a:br/>
            <a:r>
              <a:t>- 高填充可能引入表面粗糙与缺陷。</a:t>
            </a:r>
            <a:br/>
            <a:r>
              <a:t>- 生物应用验证仍偏前瞻。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14. 未来工作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未来工作</a:t>
            </a:r>
          </a:p>
          <a:p>
            <a:r>
              <a:t>- 补充导热各向异性与热扩散定量评估。</a:t>
            </a:r>
            <a:br/>
            <a:r>
              <a:t>- 建立结构调控与生物响应的关联模型。</a:t>
            </a:r>
            <a:br/>
            <a:r>
              <a:t>- 结合后处理提升有序化程度。</a:t>
            </a:r>
            <a:br/>
            <a:r>
              <a:t>- 探索多填料协同构筑多功能纤维。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15.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总结</a:t>
            </a:r>
          </a:p>
          <a:p>
            <a:r>
              <a:t>该工作表明h-BN可显著调控电纺丝素纤维的形貌、二级结构与热稳定性，为生物基热功能纤维提供可调设计路径。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16. 参考来源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参考来源</a:t>
            </a:r>
          </a:p>
          <a:p>
            <a:r>
              <a:t>DOI: 10.3390/polym12051093</a:t>
            </a:r>
            <a:br/>
            <a:r>
              <a:t>https://www.mdpi.com/2073-4360/12/5/1093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