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01. 标题页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881360" cy="210312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课程概述</a:t>
            </a:r>
          </a:p>
          <a:p>
            <a:r>
              <a:t>该工作通过碳点修饰羟基化BN并引入丝素水凝胶，实现导热、体表降温、可降解与皮肤友好性的平衡。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10881360" cy="12801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论文来源</a:t>
            </a:r>
          </a:p>
          <a:p>
            <a:r>
              <a:t>CDs@BNOH填充丝素水凝胶的高导热与生物相容体表降温贴片</a:t>
            </a:r>
            <a:br/>
            <a:r>
              <a:t>Shuming Liu 等</a:t>
            </a:r>
            <a:br/>
            <a:r>
              <a:t>https://pubs.acs.org/doi/10.1021/acsami.5c09260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02. 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提纲</a:t>
            </a:r>
          </a:p>
          <a:p>
            <a:r>
              <a:t>1. 问题与动机</a:t>
            </a:r>
            <a:br/>
            <a:r>
              <a:t>2. 发展脉络</a:t>
            </a:r>
            <a:br/>
            <a:r>
              <a:t>3. 主流方法对比</a:t>
            </a:r>
            <a:br/>
            <a:r>
              <a:t>4. 本文方法详解</a:t>
            </a:r>
            <a:br/>
            <a:r>
              <a:t>5. 实验与验证</a:t>
            </a:r>
            <a:br/>
            <a:r>
              <a:t>6. 局限与展望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03. 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背景要点</a:t>
            </a:r>
          </a:p>
          <a:p>
            <a:r>
              <a:t>- 研究意义：体表散热材料需同时满足导热、贴肤和可持续要求。</a:t>
            </a:r>
            <a:br/>
            <a:r>
              <a:t>- 关键瓶颈：高导热填料与生物基基体之间通常存在界面失配。</a:t>
            </a:r>
            <a:br/>
            <a:r>
              <a:t>- 核心思路：以碳点调控BN表面界面，再与丝素甲基丙烯化凝胶耦合。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04. 发展脉络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时间线</a:t>
            </a:r>
          </a:p>
          <a:p>
            <a:r>
              <a:t>2020：可穿戴被动散热（水凝胶与织物体系并行发展。）</a:t>
            </a:r>
            <a:br/>
            <a:r>
              <a:t>2022：生物相容凝胶强化（皮肤贴附场景成为关键目标。）</a:t>
            </a:r>
            <a:br/>
            <a:r>
              <a:t>2024：BNNS/SF薄膜验证（薄膜路线证明了协同散热可行性。）</a:t>
            </a:r>
            <a:br/>
            <a:r>
              <a:t>2025：CDs@BNOH/SilMA贴片（界面修饰+可降解贴片方案成熟。）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05. 方法对比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方法对比</a:t>
            </a:r>
          </a:p>
          <a:p>
            <a:r>
              <a:t>- 商用含水贴 | 优点：获取方便 | 不足：依赖蒸发，回温快</a:t>
            </a:r>
            <a:br/>
            <a:r>
              <a:t>- 纯SilMA凝胶 | 优点：柔软、生物友好 | 不足：热导率偏低</a:t>
            </a:r>
            <a:br/>
            <a:r>
              <a:t>- BNOH/SilMA | 优点：导热提升 | 不足：界面优化不足</a:t>
            </a:r>
            <a:br/>
            <a:r>
              <a:t>- CDs@BNOH/SilMA | 优点：导热与相容性平衡更好 | 不足：长期穿戴数据仍需扩展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06. 方法流程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流程</a:t>
            </a:r>
          </a:p>
          <a:p>
            <a:r>
              <a:t>1. 制备碳点：通过固相热合成得到CQDs。</a:t>
            </a:r>
            <a:br/>
            <a:r>
              <a:t>2. 构建CDs@BNOH：在BNOH表面实现碳点修饰。</a:t>
            </a:r>
            <a:br/>
            <a:r>
              <a:t>3. 制备SilMA：丝素甲基丙烯化用于光固化网络。</a:t>
            </a:r>
            <a:br/>
            <a:r>
              <a:t>4. 形成贴片：复合填料注入凝胶并固化得到可贴附器件。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07. 核心公式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公式与符号</a:t>
            </a:r>
          </a:p>
          <a:p>
            <a:r>
              <a:t>适度碳点修饰可延长有效声子输运路径，过度修饰会破坏导热网络完整性。</a:t>
            </a:r>
            <a:br/>
            <a:r>
              <a:t>fwhm：拉曼线宽用于表征声子寿命变化</a:t>
            </a:r>
            <a:br/>
            <a:r>
              <a:t>D%：凝胶降解率</a:t>
            </a:r>
            <a:br/>
            <a:r>
              <a:t>ΔT：相对空白组降温效果</a:t>
            </a:r>
            <a:br/>
            <a:r>
              <a:t>λ：贴片热导率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08. 关键结果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核心指标</a:t>
            </a:r>
          </a:p>
          <a:p>
            <a:r>
              <a:t>0.77 W m−1 K−1：贴片热导率</a:t>
            </a:r>
            <a:br/>
            <a:r>
              <a:t>15.38%：导热提升幅度</a:t>
            </a:r>
            <a:br/>
            <a:r>
              <a:t>6.6 °C：相对对照降温提升</a:t>
            </a:r>
            <a:br/>
            <a:r>
              <a:t>10 °C+：室内工况峰值降温能力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09. 实验补充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实验与验证</a:t>
            </a:r>
          </a:p>
          <a:p>
            <a:r>
              <a:t>围绕热导、温度响应、循环稳定与应用工况进行系统验证。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10. 机理理解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机理理解</a:t>
            </a:r>
          </a:p>
          <a:p>
            <a:r>
              <a:t>热输运性能由填料网络拓扑与界面耦合共同决定。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11. 关键数字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关键数字</a:t>
            </a:r>
          </a:p>
          <a:p>
            <a:r>
              <a:t>- 0.77 W m−1 K−1（贴片热导率）</a:t>
            </a:r>
            <a:br/>
            <a:r>
              <a:t>- 15.38%（导热提升幅度）</a:t>
            </a:r>
            <a:br/>
            <a:r>
              <a:t>- 6.6 °C（相对对照降温提升）</a:t>
            </a:r>
            <a:br/>
            <a:r>
              <a:t>- 10 °C+（室内工况峰值降温能力）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12. 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应用场景</a:t>
            </a:r>
          </a:p>
          <a:p>
            <a:r>
              <a:t>体表降温、可穿戴热管理、生物电子散热与材料扩展应用。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13. 当前局限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当前局限</a:t>
            </a:r>
          </a:p>
          <a:p>
            <a:r>
              <a:t>- 热导率仍低于部分高填充薄膜体系。</a:t>
            </a:r>
            <a:br/>
            <a:r>
              <a:t>- 环境参数与贴附状态会影响户外表现。</a:t>
            </a:r>
            <a:br/>
            <a:r>
              <a:t>- 长期动态穿戴测试仍需补充。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14. 未来工作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未来工作</a:t>
            </a:r>
          </a:p>
          <a:p>
            <a:r>
              <a:t>- 补充汗液、弯折和运动状态下的稳定性测试。</a:t>
            </a:r>
            <a:br/>
            <a:r>
              <a:t>- 进一步优化碳点修饰比例与分布。</a:t>
            </a:r>
            <a:br/>
            <a:r>
              <a:t>- 扩展到可穿戴电子散热应用场景。</a:t>
            </a:r>
            <a:br/>
            <a:r>
              <a:t>- 探索更多可降解基体与结构设计。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15.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总结</a:t>
            </a:r>
          </a:p>
          <a:p>
            <a:r>
              <a:t>该工作通过碳点修饰羟基化BN并引入丝素水凝胶，实现导热、体表降温、可降解与皮肤友好性的平衡。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16. 参考来源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参考来源</a:t>
            </a:r>
          </a:p>
          <a:p>
            <a:r>
              <a:t>DOI: 10.1021/acsami.5c09260</a:t>
            </a:r>
            <a:br/>
            <a:r>
              <a:t>https://pubs.acs.org/doi/10.1021/acsami.5c09260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