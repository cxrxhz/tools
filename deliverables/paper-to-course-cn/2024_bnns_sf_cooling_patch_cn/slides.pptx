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01. 标题页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881360" cy="210312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课程概述</a:t>
            </a:r>
          </a:p>
          <a:p>
            <a:r>
              <a:t>该工作将BNNS与丝素蛋白耦合构建定向导热网络，在保证可穿戴与生物相容性的同时，实现热扩散与辐射制冷协同。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39"/>
            <a:ext cx="10881360" cy="12801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论文来源</a:t>
            </a:r>
          </a:p>
          <a:p>
            <a:r>
              <a:t>高导热与辐射制冷协同设计的氮化硼纳米片/丝素蛋白薄膜用于个体热管理</a:t>
            </a:r>
            <a:br/>
            <a:r>
              <a:t>Juncheng Xia 等</a:t>
            </a:r>
            <a:br/>
            <a:r>
              <a:t>https://pubs.acs.org/doi/10.1021/acsami.3c16602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02. 汇报提纲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提纲</a:t>
            </a:r>
          </a:p>
          <a:p>
            <a:r>
              <a:t>1. 问题与动机</a:t>
            </a:r>
            <a:br/>
            <a:r>
              <a:t>2. 发展脉络</a:t>
            </a:r>
            <a:br/>
            <a:r>
              <a:t>3. 主流方法对比</a:t>
            </a:r>
            <a:br/>
            <a:r>
              <a:t>4. 本文方法详解</a:t>
            </a:r>
            <a:br/>
            <a:r>
              <a:t>5. 实验与验证</a:t>
            </a:r>
            <a:br/>
            <a:r>
              <a:t>6. 局限与展望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03. 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背景要点</a:t>
            </a:r>
          </a:p>
          <a:p>
            <a:r>
              <a:t>- 研究意义：制冷能耗高，皮肤侧被动散热是低能耗路线。</a:t>
            </a:r>
            <a:br/>
            <a:r>
              <a:t>- 关键瓶颈：丝素本体相容性好但热输运能力不够。</a:t>
            </a:r>
            <a:br/>
            <a:r>
              <a:t>- 核心思路：以BNNS构建定向热通道，以丝素提供柔性与可持续基体。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04. 发展脉络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时间线</a:t>
            </a:r>
          </a:p>
          <a:p>
            <a:r>
              <a:t>2012：丝素热输运研究兴起（丝素材料从力学扩展到热功能研究。）</a:t>
            </a:r>
            <a:br/>
            <a:r>
              <a:t>2017：BNNS复合导热膜发展（二维片层定向导热成为核心路线。）</a:t>
            </a:r>
            <a:br/>
            <a:r>
              <a:t>2020：可穿戴被动制冷加速（服饰与薄膜场景并行推进。）</a:t>
            </a:r>
            <a:br/>
            <a:r>
              <a:t>2024：BNNS/SF协同体系（导热、反射与生物相容性一体化。）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05. 方法对比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方法对比</a:t>
            </a:r>
          </a:p>
          <a:p>
            <a:r>
              <a:t>- 纯丝素薄膜 | 优点：柔性好、生物友好 | 不足：导热能力不足</a:t>
            </a:r>
            <a:br/>
            <a:r>
              <a:t>- 石墨烯纺织体系 | 优点：导热表现较强 | 不足：皮肤贴附与户外制冷存在折中</a:t>
            </a:r>
            <a:br/>
            <a:r>
              <a:t>- BNNS聚合物膜 | 优点：面内导热突出 | 不足：基体生物友好性一般</a:t>
            </a:r>
            <a:br/>
            <a:r>
              <a:t>- BNNS/SF（本文） | 优点：定向导热+可重复使用+相容性好 | 不足：高填充可能影响柔软度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06. 方法流程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流程</a:t>
            </a:r>
          </a:p>
          <a:p>
            <a:r>
              <a:t>1. 制备BNNS：由h-BN剥离得到片层填料。</a:t>
            </a:r>
            <a:br/>
            <a:r>
              <a:t>2. 与丝素复配：溶液混合后进行过滤成膜。</a:t>
            </a:r>
            <a:br/>
            <a:r>
              <a:t>3. 形成定向网络：层状堆叠提升面内导热效率。</a:t>
            </a:r>
            <a:br/>
            <a:r>
              <a:t>4. 性能验证：测试导热、光谱、循环稳定与生物安全。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07. 核心公式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公式与符号</a:t>
            </a:r>
          </a:p>
          <a:p>
            <a:r>
              <a:t>λ = α × ρ × Cp；导热增强率 TCE = (λ复合 - λ基体) / λ基体 × 100%</a:t>
            </a:r>
            <a:br/>
            <a:r>
              <a:t>λ：等效热导率</a:t>
            </a:r>
            <a:br/>
            <a:r>
              <a:t>α：热扩散率</a:t>
            </a:r>
            <a:br/>
            <a:r>
              <a:t>ρ：密度</a:t>
            </a:r>
            <a:br/>
            <a:r>
              <a:t>Cp：比热容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08. 关键结果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核心指标</a:t>
            </a:r>
          </a:p>
          <a:p>
            <a:r>
              <a:t>27.58 W m−1 K−1：面内热导率</a:t>
            </a:r>
            <a:br/>
            <a:r>
              <a:t>1.77 W m−1 K−1：厚向热导率</a:t>
            </a:r>
            <a:br/>
            <a:r>
              <a:t>0.89：太阳反射率</a:t>
            </a:r>
            <a:br/>
            <a:r>
              <a:t>0.84：中红外发射率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09. 实验补充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实验与验证</a:t>
            </a:r>
          </a:p>
          <a:p>
            <a:r>
              <a:t>围绕热导、温度响应、循环稳定与应用工况进行系统验证。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10. 机理理解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机理理解</a:t>
            </a:r>
          </a:p>
          <a:p>
            <a:r>
              <a:t>热输运性能由填料网络拓扑与界面耦合共同决定。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11. 关键数字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关键数字</a:t>
            </a:r>
          </a:p>
          <a:p>
            <a:r>
              <a:t>- 27.58 W m−1 K−1（面内热导率）</a:t>
            </a:r>
            <a:br/>
            <a:r>
              <a:t>- 1.77 W m−1 K−1（厚向热导率）</a:t>
            </a:r>
            <a:br/>
            <a:r>
              <a:t>- 0.89（太阳反射率）</a:t>
            </a:r>
            <a:br/>
            <a:r>
              <a:t>- 0.84（中红外发射率）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12. 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应用场景</a:t>
            </a:r>
          </a:p>
          <a:p>
            <a:r>
              <a:t>体表降温、可穿戴热管理、生物电子散热与材料扩展应用。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13. 当前局限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当前局限</a:t>
            </a:r>
          </a:p>
          <a:p>
            <a:r>
              <a:t>- 高填料比例可能带来柔性下降。</a:t>
            </a:r>
            <a:br/>
            <a:r>
              <a:t>- 大面积一致性制备仍需工程化优化。</a:t>
            </a:r>
            <a:br/>
            <a:r>
              <a:t>- 长期穿戴场景下耐磨与耐汗数据仍需扩展。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14. 未来工作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未来工作</a:t>
            </a:r>
          </a:p>
          <a:p>
            <a:r>
              <a:t>- 优化界面耦合降低声子散射。</a:t>
            </a:r>
            <a:br/>
            <a:r>
              <a:t>- 发展可规模化定向成膜工艺。</a:t>
            </a:r>
            <a:br/>
            <a:r>
              <a:t>- 开展更长周期的真实服役测试。</a:t>
            </a:r>
            <a:br/>
            <a:r>
              <a:t>- 与纺织结构协同设计提升舒适性。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15. 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总结</a:t>
            </a:r>
          </a:p>
          <a:p>
            <a:r>
              <a:t>该工作将BNNS与丝素蛋白耦合构建定向导热网络，在保证可穿戴与生物相容性的同时，实现热扩散与辐射制冷协同。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Arial"/>
              </a:rPr>
              <a:t>16. 参考来源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D94F30"/>
                </a:solidFill>
              </a:rPr>
              <a:t>参考来源</a:t>
            </a:r>
          </a:p>
          <a:p>
            <a:r>
              <a:t>DOI: 10.1021/acsami.3c16602</a:t>
            </a:r>
            <a:br/>
            <a:r>
              <a:t>https://pubs.acs.org/doi/10.1021/acsami.3c16602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