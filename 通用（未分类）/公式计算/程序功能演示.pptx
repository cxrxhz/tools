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0066CC"/>
                </a:solidFill>
                <a:latin typeface="Microsoft YaHei UI"/>
              </a:rPr>
              <a:t>公式计算程序介绍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646464"/>
                </a:solidFill>
                <a:latin typeface="Microsoft YaHei UI"/>
              </a:rPr>
              <a:t>自动化解析、多层级计算与精美报表导出</a:t>
            </a:r>
          </a:p>
          <a:p/>
          <a:p>
            <a:r>
              <a:rPr sz="1800">
                <a:latin typeface="Microsoft YaHei UI"/>
              </a:rPr>
              <a:t>项目演示汇报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Microsoft YaHei UI"/>
              </a:rPr>
              <a:t>程序概述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000">
                <a:latin typeface="Microsoft YaHei UI"/>
              </a:rPr>
              <a:t>本程序是一个基于 Python 和 Tkinter 开发的完全交互式的公式计算工具。</a:t>
            </a:r>
          </a:p>
          <a:p>
            <a:pPr>
              <a:spcAft>
                <a:spcPts val="1400"/>
              </a:spcAft>
            </a:pPr>
            <a:r>
              <a:rPr sz="2000">
                <a:latin typeface="Microsoft YaHei UI"/>
              </a:rPr>
              <a:t>1. 提供用户友好的界面来输入复杂的数学公式。</a:t>
            </a:r>
          </a:p>
          <a:p>
            <a:pPr>
              <a:spcAft>
                <a:spcPts val="1400"/>
              </a:spcAft>
            </a:pPr>
            <a:r>
              <a:rPr sz="2000">
                <a:latin typeface="Microsoft YaHei UI"/>
              </a:rPr>
              <a:t>2. 利用 SymPy 构建强大的数学引擎，自动识别变量并解析公式结构。</a:t>
            </a:r>
          </a:p>
          <a:p>
            <a:pPr>
              <a:spcAft>
                <a:spcPts val="1400"/>
              </a:spcAft>
            </a:pPr>
            <a:r>
              <a:rPr sz="2000">
                <a:latin typeface="Microsoft YaHei UI"/>
              </a:rPr>
              <a:t>3. 支持将未知变量继续分解为子公式进行深度计算。</a:t>
            </a:r>
          </a:p>
          <a:p>
            <a:pPr>
              <a:spcAft>
                <a:spcPts val="1400"/>
              </a:spcAft>
            </a:pPr>
            <a:r>
              <a:rPr sz="2000">
                <a:latin typeface="Microsoft YaHei UI"/>
              </a:rPr>
              <a:t>4. 计算完成后，一键输出LaTeX公式图元与HTML计算报告。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Microsoft YaHei UI"/>
              </a:rPr>
              <a:t>核心特性 (Core Features)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latin typeface="Microsoft YaHei UI"/>
              </a:rPr>
              <a:t>智能变量解析：</a:t>
            </a:r>
          </a:p>
          <a:p>
            <a:pPr lvl="1"/>
            <a:r>
              <a:rPr>
                <a:latin typeface="Microsoft YaHei UI"/>
              </a:rPr>
              <a:t>无需提前定义变量，输入公式后系统将自动提取除内置数学函数（如sin, cos, exp等）外的所有未知变量。</a:t>
            </a:r>
          </a:p>
          <a:p>
            <a:pPr>
              <a:spcBef>
                <a:spcPts val="1400"/>
              </a:spcBef>
            </a:pPr>
            <a:r>
              <a:rPr b="1">
                <a:latin typeface="Microsoft YaHei UI"/>
              </a:rPr>
              <a:t>子公式级联推导：</a:t>
            </a:r>
          </a:p>
          <a:p>
            <a:pPr lvl="1"/>
            <a:r>
              <a:rPr>
                <a:latin typeface="Microsoft YaHei UI"/>
              </a:rPr>
              <a:t>在变量赋值阶段，若某个变量未知，可继续输入该变量的推导子公式。系统支持无限层级的嵌套解析直至计算出最终结果。</a:t>
            </a:r>
          </a:p>
          <a:p>
            <a:pPr>
              <a:spcBef>
                <a:spcPts val="1400"/>
              </a:spcBef>
            </a:pPr>
            <a:r>
              <a:rPr b="1">
                <a:latin typeface="Microsoft YaHei UI"/>
              </a:rPr>
              <a:t>高精度计算引擎：</a:t>
            </a:r>
          </a:p>
          <a:p>
            <a:pPr lvl="1"/>
            <a:r>
              <a:rPr>
                <a:latin typeface="Microsoft YaHei UI"/>
              </a:rPr>
              <a:t>采用SymPy符号计算系统，支持浮点高精度计算，防止中间舍入误差积累。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Microsoft YaHei UI"/>
              </a:rPr>
              <a:t>数据持久化与成果输出 (Data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sz="2000">
                <a:latin typeface="Microsoft YaHei UI"/>
              </a:rPr>
              <a:t>计算结果不仅仅以弹窗展示，更在后台静默生成高品质报告数据：</a:t>
            </a:r>
          </a:p>
          <a:p>
            <a:pPr lvl="1">
              <a:spcBef>
                <a:spcPts val="1000"/>
              </a:spcBef>
            </a:pPr>
            <a:r>
              <a:rPr sz="2000">
                <a:latin typeface="Microsoft YaHei UI"/>
              </a:rPr>
              <a:t>排版级公式生成：调用 Matplotlib 将任意复杂度的公式渲染为 LaTeX 美化版 PNG 图片。</a:t>
            </a:r>
          </a:p>
          <a:p>
            <a:pPr lvl="1">
              <a:spcBef>
                <a:spcPts val="1000"/>
              </a:spcBef>
            </a:pPr>
            <a:r>
              <a:rPr sz="2000">
                <a:latin typeface="Microsoft YaHei UI"/>
              </a:rPr>
              <a:t>原始数据留存：自动汇总所有经过计算的变量列表并导出至纯文本文件，方便接入其他系统。</a:t>
            </a:r>
          </a:p>
          <a:p>
            <a:pPr lvl="1">
              <a:spcBef>
                <a:spcPts val="1000"/>
              </a:spcBef>
            </a:pPr>
            <a:r>
              <a:rPr sz="2000">
                <a:latin typeface="Microsoft YaHei UI"/>
              </a:rPr>
              <a:t>全流程 HTML 汇总报告：生成包含所有层级公式图片及变量对照表的 HTML 页面，方便展示和复用此计算过程。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003366"/>
                </a:solidFill>
                <a:latin typeface="Microsoft YaHei UI"/>
              </a:rPr>
              <a:t>技术栈与架构实现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500"/>
              </a:spcAft>
            </a:pPr>
            <a:r>
              <a:rPr b="1" sz="2000">
                <a:latin typeface="Microsoft YaHei UI"/>
              </a:rPr>
              <a:t>界面开发：</a:t>
            </a:r>
          </a:p>
          <a:p>
            <a:pPr lvl="1">
              <a:spcAft>
                <a:spcPts val="500"/>
              </a:spcAft>
            </a:pPr>
            <a:r>
              <a:rPr sz="1600">
                <a:latin typeface="Microsoft YaHei UI"/>
              </a:rPr>
              <a:t>使用 Python 内置的 Tkinter 构建图形用户界面，通过 Toplevel 实现多窗口调度与生命周期控制。</a:t>
            </a:r>
          </a:p>
          <a:p>
            <a:pPr>
              <a:spcAft>
                <a:spcPts val="500"/>
              </a:spcAft>
            </a:pPr>
            <a:r>
              <a:rPr b="1" sz="2000">
                <a:latin typeface="Microsoft YaHei UI"/>
              </a:rPr>
              <a:t>数学与逻辑核心：</a:t>
            </a:r>
          </a:p>
          <a:p>
            <a:pPr lvl="1">
              <a:spcAft>
                <a:spcPts val="500"/>
              </a:spcAft>
            </a:pPr>
            <a:r>
              <a:rPr sz="1600">
                <a:latin typeface="Microsoft YaHei UI"/>
              </a:rPr>
              <a:t>采用 SymPy 模块 (symbols, parse_expr, N) 实现字符串的抽象语法树转换及代数计算。</a:t>
            </a:r>
          </a:p>
          <a:p>
            <a:pPr>
              <a:spcAft>
                <a:spcPts val="500"/>
              </a:spcAft>
            </a:pPr>
            <a:r>
              <a:rPr b="1" sz="2000">
                <a:latin typeface="Microsoft YaHei UI"/>
              </a:rPr>
              <a:t>图像与渲染：</a:t>
            </a:r>
          </a:p>
          <a:p>
            <a:pPr lvl="1">
              <a:spcAft>
                <a:spcPts val="500"/>
              </a:spcAft>
            </a:pPr>
            <a:r>
              <a:rPr sz="1600">
                <a:latin typeface="Microsoft YaHei UI"/>
              </a:rPr>
              <a:t>结合 Matplotlib.pyplot 与 PIL 组件，基于 ByteIO 完成内存中的 LaTeX 图像渲染与本地编码落盘。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