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批量计算热桥dR程序用法总结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自动生成 | 学术风格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程序功能概述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本程序用于批量处理多个子文件夹下的热桥实验数据，自动提取温度、R1、R2等信息，并进行线性拟合，输出每组温度下的dR1、dR2结果，最终生成汇总txt文件。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使用方法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运行runs.py，选择包含数据文件夹的根目录。</a:t>
            </a:r>
          </a:p>
          <a:p>
            <a:r>
              <a:t>2. 程序自动遍历每个子文件夹，处理所有txt数据文件。</a:t>
            </a:r>
          </a:p>
          <a:p>
            <a:r>
              <a:t>3. 自动输出每组温度的dR1、dR2结果至各自子文件夹和总汇总文件。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注意事项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数据文件需以温度命名（如xxx100K.txt）。</a:t>
            </a:r>
          </a:p>
          <a:p>
            <a:r>
              <a:t>- 需安装numpy、scipy、matplotlib等依赖。</a:t>
            </a:r>
          </a:p>
          <a:p>
            <a:r>
              <a:t>- 输出文件为temperature_dR1_dR2_sorted.txt。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